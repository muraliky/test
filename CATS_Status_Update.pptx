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Automation and Tools Squad (CATS)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532120" cy="960120"/>
          </a:xfrm>
          <a:prstGeom prst="rect">
            <a:avLst/>
          </a:prstGeom>
          <a:solidFill>
            <a:srgbClr val="1E8E3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9601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4,669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00400" y="9601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 Till Now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172200" y="914400"/>
            <a:ext cx="5532120" cy="960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9601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955280" y="9601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Delivered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54864" cy="1042416"/>
          </a:xfrm>
          <a:prstGeom prst="rect">
            <a:avLst/>
          </a:prstGeom>
          <a:solidFill>
            <a:srgbClr val="1E8E3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8483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Objective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395728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new utilities and tools to enhance automation capabilities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standardization across our automation frameworks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other teams with troubleshooting and adopting new tools/tech stack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273552"/>
            <a:ext cx="54864" cy="1993392"/>
          </a:xfrm>
          <a:prstGeom prst="rect">
            <a:avLst/>
          </a:prstGeom>
          <a:solidFill>
            <a:srgbClr val="5B3E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7355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Accomplishments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584448"/>
            <a:ext cx="6126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Management –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access reporting automation, 4,000+ hrs saved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 Clean Up Tool –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cleanup, 208 hrs saved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EIW Downstream Tool –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all 52 transaction logics, 100 hrs saved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to Playwright Migration –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modernization, 60 hrs saved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Audit Tool –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audit automation, 36 hrs saved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FIGMA, Confluence MCP Integration –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workflow connectivity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Prediction Model –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defect prediction, now live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5394960"/>
            <a:ext cx="54864" cy="10241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39496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Upcoming Deliverables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5760720"/>
            <a:ext cx="219456" cy="219456"/>
          </a:xfrm>
          <a:prstGeom prst="ellipse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7607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88136" y="5760720"/>
            <a:ext cx="26380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Agent Bot  – 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agent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954780" y="5760720"/>
            <a:ext cx="219456" cy="219456"/>
          </a:xfrm>
          <a:prstGeom prst="ellipse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54780" y="57607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65676" y="5760720"/>
            <a:ext cx="26380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Test Auditor  – 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automation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" y="6144768"/>
            <a:ext cx="219456" cy="219456"/>
          </a:xfrm>
          <a:prstGeom prst="ellipse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61447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88136" y="6144768"/>
            <a:ext cx="26380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Comparison Tool  – 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diff detection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54780" y="6144768"/>
            <a:ext cx="219456" cy="219456"/>
          </a:xfrm>
          <a:prstGeom prst="ellipse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54780" y="61447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65676" y="6144768"/>
            <a:ext cx="26380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Video/Image to Test Cases  – 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 generation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040880" y="2084832"/>
            <a:ext cx="4663440" cy="384048"/>
          </a:xfrm>
          <a:prstGeom prst="rect">
            <a:avLst/>
          </a:prstGeom>
          <a:solidFill>
            <a:srgbClr val="2C5EAA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20848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Status &amp; Time Savings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040880" y="2468880"/>
            <a:ext cx="4663440" cy="237744"/>
          </a:xfrm>
          <a:prstGeom prst="rect">
            <a:avLst/>
          </a:prstGeom>
          <a:solidFill>
            <a:srgbClr val="D6E0F0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0" y="24688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464040" y="24688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61320" y="2468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 Saved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2706624"/>
            <a:ext cx="22860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Management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464040" y="2765146"/>
            <a:ext cx="960120" cy="118872"/>
          </a:xfrm>
          <a:prstGeom prst="rect">
            <a:avLst>
              <a:gd name="adj" fmla="val 23077"/>
            </a:avLst>
          </a:prstGeom>
          <a:solidFill>
            <a:srgbClr val="E3E6EA"/>
          </a:solidFill>
          <a:ln/>
        </p:spPr>
      </p:sp>
      <p:sp>
        <p:nvSpPr>
          <p:cNvPr id="37" name="Shape 35"/>
          <p:cNvSpPr/>
          <p:nvPr/>
        </p:nvSpPr>
        <p:spPr>
          <a:xfrm>
            <a:off x="9464040" y="2765146"/>
            <a:ext cx="960120" cy="118872"/>
          </a:xfrm>
          <a:prstGeom prst="rect">
            <a:avLst>
              <a:gd name="adj" fmla="val 23077"/>
            </a:avLst>
          </a:prstGeom>
          <a:solidFill>
            <a:srgbClr val="1E8E3E"/>
          </a:solidFill>
          <a:ln/>
        </p:spPr>
      </p:sp>
      <p:sp>
        <p:nvSpPr>
          <p:cNvPr id="38" name="Text 36"/>
          <p:cNvSpPr/>
          <p:nvPr/>
        </p:nvSpPr>
        <p:spPr>
          <a:xfrm>
            <a:off x="10561320" y="2706624"/>
            <a:ext cx="109728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4000h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40880" y="2942539"/>
            <a:ext cx="4663440" cy="235915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40" name="Text 38"/>
          <p:cNvSpPr/>
          <p:nvPr/>
        </p:nvSpPr>
        <p:spPr>
          <a:xfrm>
            <a:off x="7132320" y="2942539"/>
            <a:ext cx="22860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 Clean Up Tool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464040" y="3001061"/>
            <a:ext cx="960120" cy="118872"/>
          </a:xfrm>
          <a:prstGeom prst="rect">
            <a:avLst>
              <a:gd name="adj" fmla="val 23077"/>
            </a:avLst>
          </a:prstGeom>
          <a:solidFill>
            <a:srgbClr val="E3E6EA"/>
          </a:solidFill>
          <a:ln/>
        </p:spPr>
      </p:sp>
      <p:sp>
        <p:nvSpPr>
          <p:cNvPr id="42" name="Shape 40"/>
          <p:cNvSpPr/>
          <p:nvPr/>
        </p:nvSpPr>
        <p:spPr>
          <a:xfrm>
            <a:off x="9464040" y="3001061"/>
            <a:ext cx="960120" cy="118872"/>
          </a:xfrm>
          <a:prstGeom prst="rect">
            <a:avLst>
              <a:gd name="adj" fmla="val 23077"/>
            </a:avLst>
          </a:prstGeom>
          <a:solidFill>
            <a:srgbClr val="1E8E3E"/>
          </a:solidFill>
          <a:ln/>
        </p:spPr>
      </p:sp>
      <p:sp>
        <p:nvSpPr>
          <p:cNvPr id="43" name="Text 41"/>
          <p:cNvSpPr/>
          <p:nvPr/>
        </p:nvSpPr>
        <p:spPr>
          <a:xfrm>
            <a:off x="10561320" y="2942539"/>
            <a:ext cx="109728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32320" y="3178454"/>
            <a:ext cx="22860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EIW Downstream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464040" y="3236976"/>
            <a:ext cx="960120" cy="118872"/>
          </a:xfrm>
          <a:prstGeom prst="rect">
            <a:avLst>
              <a:gd name="adj" fmla="val 23077"/>
            </a:avLst>
          </a:prstGeom>
          <a:solidFill>
            <a:srgbClr val="E3E6EA"/>
          </a:solidFill>
          <a:ln/>
        </p:spPr>
      </p:sp>
      <p:sp>
        <p:nvSpPr>
          <p:cNvPr id="46" name="Shape 44"/>
          <p:cNvSpPr/>
          <p:nvPr/>
        </p:nvSpPr>
        <p:spPr>
          <a:xfrm>
            <a:off x="9464040" y="3236976"/>
            <a:ext cx="960120" cy="118872"/>
          </a:xfrm>
          <a:prstGeom prst="rect">
            <a:avLst>
              <a:gd name="adj" fmla="val 23077"/>
            </a:avLst>
          </a:prstGeom>
          <a:solidFill>
            <a:srgbClr val="1E8E3E"/>
          </a:solidFill>
          <a:ln/>
        </p:spPr>
      </p:sp>
      <p:sp>
        <p:nvSpPr>
          <p:cNvPr id="47" name="Text 45"/>
          <p:cNvSpPr/>
          <p:nvPr/>
        </p:nvSpPr>
        <p:spPr>
          <a:xfrm>
            <a:off x="10561320" y="3178454"/>
            <a:ext cx="109728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100h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040880" y="3414370"/>
            <a:ext cx="4663440" cy="235915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49" name="Text 47"/>
          <p:cNvSpPr/>
          <p:nvPr/>
        </p:nvSpPr>
        <p:spPr>
          <a:xfrm>
            <a:off x="7132320" y="3414370"/>
            <a:ext cx="22860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Comparison Tool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464040" y="3472891"/>
            <a:ext cx="960120" cy="118872"/>
          </a:xfrm>
          <a:prstGeom prst="rect">
            <a:avLst>
              <a:gd name="adj" fmla="val 23077"/>
            </a:avLst>
          </a:prstGeom>
          <a:solidFill>
            <a:srgbClr val="E3E6EA"/>
          </a:solidFill>
          <a:ln/>
        </p:spPr>
      </p:sp>
      <p:sp>
        <p:nvSpPr>
          <p:cNvPr id="51" name="Shape 49"/>
          <p:cNvSpPr/>
          <p:nvPr/>
        </p:nvSpPr>
        <p:spPr>
          <a:xfrm>
            <a:off x="9464040" y="3472891"/>
            <a:ext cx="960120" cy="118872"/>
          </a:xfrm>
          <a:prstGeom prst="rect">
            <a:avLst>
              <a:gd name="adj" fmla="val 23077"/>
            </a:avLst>
          </a:prstGeom>
          <a:solidFill>
            <a:srgbClr val="1E8E3E"/>
          </a:solidFill>
          <a:ln/>
        </p:spPr>
      </p:sp>
      <p:sp>
        <p:nvSpPr>
          <p:cNvPr id="52" name="Text 50"/>
          <p:cNvSpPr/>
          <p:nvPr/>
        </p:nvSpPr>
        <p:spPr>
          <a:xfrm>
            <a:off x="10561320" y="3414370"/>
            <a:ext cx="109728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50h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32320" y="3650285"/>
            <a:ext cx="22860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Test Tool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464040" y="3708806"/>
            <a:ext cx="960120" cy="118872"/>
          </a:xfrm>
          <a:prstGeom prst="rect">
            <a:avLst>
              <a:gd name="adj" fmla="val 23077"/>
            </a:avLst>
          </a:prstGeom>
          <a:solidFill>
            <a:srgbClr val="E3E6EA"/>
          </a:solidFill>
          <a:ln/>
        </p:spPr>
      </p:sp>
      <p:sp>
        <p:nvSpPr>
          <p:cNvPr id="55" name="Shape 53"/>
          <p:cNvSpPr/>
          <p:nvPr/>
        </p:nvSpPr>
        <p:spPr>
          <a:xfrm>
            <a:off x="9464040" y="3708806"/>
            <a:ext cx="960120" cy="118872"/>
          </a:xfrm>
          <a:prstGeom prst="rect">
            <a:avLst>
              <a:gd name="adj" fmla="val 23077"/>
            </a:avLst>
          </a:prstGeom>
          <a:solidFill>
            <a:srgbClr val="1E8E3E"/>
          </a:solidFill>
          <a:ln/>
        </p:spPr>
      </p:sp>
      <p:sp>
        <p:nvSpPr>
          <p:cNvPr id="56" name="Text 54"/>
          <p:cNvSpPr/>
          <p:nvPr/>
        </p:nvSpPr>
        <p:spPr>
          <a:xfrm>
            <a:off x="10561320" y="3650285"/>
            <a:ext cx="109728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50h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040880" y="3886200"/>
            <a:ext cx="4663440" cy="235915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58" name="Text 56"/>
          <p:cNvSpPr/>
          <p:nvPr/>
        </p:nvSpPr>
        <p:spPr>
          <a:xfrm>
            <a:off x="7132320" y="3886200"/>
            <a:ext cx="22860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Migration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464040" y="3944722"/>
            <a:ext cx="960120" cy="118872"/>
          </a:xfrm>
          <a:prstGeom prst="rect">
            <a:avLst>
              <a:gd name="adj" fmla="val 23077"/>
            </a:avLst>
          </a:prstGeom>
          <a:solidFill>
            <a:srgbClr val="E3E6EA"/>
          </a:solidFill>
          <a:ln/>
        </p:spPr>
      </p:sp>
      <p:sp>
        <p:nvSpPr>
          <p:cNvPr id="60" name="Shape 58"/>
          <p:cNvSpPr/>
          <p:nvPr/>
        </p:nvSpPr>
        <p:spPr>
          <a:xfrm>
            <a:off x="9464040" y="3944722"/>
            <a:ext cx="960120" cy="118872"/>
          </a:xfrm>
          <a:prstGeom prst="rect">
            <a:avLst>
              <a:gd name="adj" fmla="val 23077"/>
            </a:avLst>
          </a:prstGeom>
          <a:solidFill>
            <a:srgbClr val="1E8E3E"/>
          </a:solidFill>
          <a:ln/>
        </p:spPr>
      </p:sp>
      <p:sp>
        <p:nvSpPr>
          <p:cNvPr id="61" name="Text 59"/>
          <p:cNvSpPr/>
          <p:nvPr/>
        </p:nvSpPr>
        <p:spPr>
          <a:xfrm>
            <a:off x="10561320" y="3886200"/>
            <a:ext cx="109728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40h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132320" y="4122115"/>
            <a:ext cx="22860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Evidence Docs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464040" y="4180637"/>
            <a:ext cx="960120" cy="118872"/>
          </a:xfrm>
          <a:prstGeom prst="rect">
            <a:avLst>
              <a:gd name="adj" fmla="val 23077"/>
            </a:avLst>
          </a:prstGeom>
          <a:solidFill>
            <a:srgbClr val="E3E6EA"/>
          </a:solidFill>
          <a:ln/>
        </p:spPr>
      </p:sp>
      <p:sp>
        <p:nvSpPr>
          <p:cNvPr id="64" name="Shape 62"/>
          <p:cNvSpPr/>
          <p:nvPr/>
        </p:nvSpPr>
        <p:spPr>
          <a:xfrm>
            <a:off x="9464040" y="4180637"/>
            <a:ext cx="960120" cy="118872"/>
          </a:xfrm>
          <a:prstGeom prst="rect">
            <a:avLst>
              <a:gd name="adj" fmla="val 23077"/>
            </a:avLst>
          </a:prstGeom>
          <a:solidFill>
            <a:srgbClr val="1E8E3E"/>
          </a:solidFill>
          <a:ln/>
        </p:spPr>
      </p:sp>
      <p:sp>
        <p:nvSpPr>
          <p:cNvPr id="65" name="Text 63"/>
          <p:cNvSpPr/>
          <p:nvPr/>
        </p:nvSpPr>
        <p:spPr>
          <a:xfrm>
            <a:off x="10561320" y="4122115"/>
            <a:ext cx="109728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100h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040880" y="4358030"/>
            <a:ext cx="4663440" cy="235915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67" name="Text 65"/>
          <p:cNvSpPr/>
          <p:nvPr/>
        </p:nvSpPr>
        <p:spPr>
          <a:xfrm>
            <a:off x="7132320" y="4358030"/>
            <a:ext cx="22860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Metrics Utility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464040" y="4416552"/>
            <a:ext cx="960120" cy="118872"/>
          </a:xfrm>
          <a:prstGeom prst="rect">
            <a:avLst>
              <a:gd name="adj" fmla="val 23077"/>
            </a:avLst>
          </a:prstGeom>
          <a:solidFill>
            <a:srgbClr val="E3E6EA"/>
          </a:solidFill>
          <a:ln/>
        </p:spPr>
      </p:sp>
      <p:sp>
        <p:nvSpPr>
          <p:cNvPr id="69" name="Shape 67"/>
          <p:cNvSpPr/>
          <p:nvPr/>
        </p:nvSpPr>
        <p:spPr>
          <a:xfrm>
            <a:off x="9464040" y="4416552"/>
            <a:ext cx="960120" cy="118872"/>
          </a:xfrm>
          <a:prstGeom prst="rect">
            <a:avLst>
              <a:gd name="adj" fmla="val 23077"/>
            </a:avLst>
          </a:prstGeom>
          <a:solidFill>
            <a:srgbClr val="1E8E3E"/>
          </a:solidFill>
          <a:ln/>
        </p:spPr>
      </p:sp>
      <p:sp>
        <p:nvSpPr>
          <p:cNvPr id="70" name="Text 68"/>
          <p:cNvSpPr/>
          <p:nvPr/>
        </p:nvSpPr>
        <p:spPr>
          <a:xfrm>
            <a:off x="10561320" y="4358030"/>
            <a:ext cx="109728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132320" y="4593946"/>
            <a:ext cx="22860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9464040" y="4652467"/>
            <a:ext cx="960120" cy="118872"/>
          </a:xfrm>
          <a:prstGeom prst="rect">
            <a:avLst>
              <a:gd name="adj" fmla="val 23077"/>
            </a:avLst>
          </a:prstGeom>
          <a:solidFill>
            <a:srgbClr val="E3E6EA"/>
          </a:solidFill>
          <a:ln/>
        </p:spPr>
      </p:sp>
      <p:sp>
        <p:nvSpPr>
          <p:cNvPr id="73" name="Shape 71"/>
          <p:cNvSpPr/>
          <p:nvPr/>
        </p:nvSpPr>
        <p:spPr>
          <a:xfrm>
            <a:off x="9464040" y="4652467"/>
            <a:ext cx="960120" cy="118872"/>
          </a:xfrm>
          <a:prstGeom prst="rect">
            <a:avLst>
              <a:gd name="adj" fmla="val 23077"/>
            </a:avLst>
          </a:prstGeom>
          <a:solidFill>
            <a:srgbClr val="1E8E3E"/>
          </a:solidFill>
          <a:ln/>
        </p:spPr>
      </p:sp>
      <p:sp>
        <p:nvSpPr>
          <p:cNvPr id="74" name="Text 72"/>
          <p:cNvSpPr/>
          <p:nvPr/>
        </p:nvSpPr>
        <p:spPr>
          <a:xfrm>
            <a:off x="10561320" y="4593946"/>
            <a:ext cx="109728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25h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040880" y="4829861"/>
            <a:ext cx="4663440" cy="235915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76" name="Text 74"/>
          <p:cNvSpPr/>
          <p:nvPr/>
        </p:nvSpPr>
        <p:spPr>
          <a:xfrm>
            <a:off x="7132320" y="4829861"/>
            <a:ext cx="22860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Dashboard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464040" y="4888382"/>
            <a:ext cx="960120" cy="118872"/>
          </a:xfrm>
          <a:prstGeom prst="rect">
            <a:avLst>
              <a:gd name="adj" fmla="val 23077"/>
            </a:avLst>
          </a:prstGeom>
          <a:solidFill>
            <a:srgbClr val="E3E6EA"/>
          </a:solidFill>
          <a:ln/>
        </p:spPr>
      </p:sp>
      <p:sp>
        <p:nvSpPr>
          <p:cNvPr id="78" name="Shape 76"/>
          <p:cNvSpPr/>
          <p:nvPr/>
        </p:nvSpPr>
        <p:spPr>
          <a:xfrm>
            <a:off x="9464040" y="4888382"/>
            <a:ext cx="960120" cy="118872"/>
          </a:xfrm>
          <a:prstGeom prst="rect">
            <a:avLst>
              <a:gd name="adj" fmla="val 23077"/>
            </a:avLst>
          </a:prstGeom>
          <a:solidFill>
            <a:srgbClr val="1E8E3E"/>
          </a:solidFill>
          <a:ln/>
        </p:spPr>
      </p:sp>
      <p:sp>
        <p:nvSpPr>
          <p:cNvPr id="79" name="Text 77"/>
          <p:cNvSpPr/>
          <p:nvPr/>
        </p:nvSpPr>
        <p:spPr>
          <a:xfrm>
            <a:off x="10561320" y="4829861"/>
            <a:ext cx="109728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132320" y="5065776"/>
            <a:ext cx="22860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Audit Tool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9464040" y="5124298"/>
            <a:ext cx="960120" cy="118872"/>
          </a:xfrm>
          <a:prstGeom prst="rect">
            <a:avLst>
              <a:gd name="adj" fmla="val 23077"/>
            </a:avLst>
          </a:prstGeom>
          <a:solidFill>
            <a:srgbClr val="E3E6EA"/>
          </a:solidFill>
          <a:ln/>
        </p:spPr>
      </p:sp>
      <p:sp>
        <p:nvSpPr>
          <p:cNvPr id="82" name="Shape 80"/>
          <p:cNvSpPr/>
          <p:nvPr/>
        </p:nvSpPr>
        <p:spPr>
          <a:xfrm>
            <a:off x="9464040" y="5124298"/>
            <a:ext cx="960120" cy="118872"/>
          </a:xfrm>
          <a:prstGeom prst="rect">
            <a:avLst>
              <a:gd name="adj" fmla="val 23077"/>
            </a:avLst>
          </a:prstGeom>
          <a:solidFill>
            <a:srgbClr val="1E8E3E"/>
          </a:solidFill>
          <a:ln/>
        </p:spPr>
      </p:sp>
      <p:sp>
        <p:nvSpPr>
          <p:cNvPr id="83" name="Text 81"/>
          <p:cNvSpPr/>
          <p:nvPr/>
        </p:nvSpPr>
        <p:spPr>
          <a:xfrm>
            <a:off x="10561320" y="5065776"/>
            <a:ext cx="109728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36h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040880" y="5301691"/>
            <a:ext cx="4663440" cy="235915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85" name="Text 83"/>
          <p:cNvSpPr/>
          <p:nvPr/>
        </p:nvSpPr>
        <p:spPr>
          <a:xfrm>
            <a:off x="7132320" y="5301691"/>
            <a:ext cx="22860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JIRA/FIGMA/Confluence MCP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9464040" y="5360213"/>
            <a:ext cx="960120" cy="118872"/>
          </a:xfrm>
          <a:prstGeom prst="rect">
            <a:avLst>
              <a:gd name="adj" fmla="val 23077"/>
            </a:avLst>
          </a:prstGeom>
          <a:solidFill>
            <a:srgbClr val="E3E6EA"/>
          </a:solidFill>
          <a:ln/>
        </p:spPr>
      </p:sp>
      <p:sp>
        <p:nvSpPr>
          <p:cNvPr id="87" name="Shape 85"/>
          <p:cNvSpPr/>
          <p:nvPr/>
        </p:nvSpPr>
        <p:spPr>
          <a:xfrm>
            <a:off x="9464040" y="5360213"/>
            <a:ext cx="960120" cy="118872"/>
          </a:xfrm>
          <a:prstGeom prst="rect">
            <a:avLst>
              <a:gd name="adj" fmla="val 23077"/>
            </a:avLst>
          </a:prstGeom>
          <a:solidFill>
            <a:srgbClr val="1E8E3E"/>
          </a:solidFill>
          <a:ln/>
        </p:spPr>
      </p:sp>
      <p:sp>
        <p:nvSpPr>
          <p:cNvPr id="88" name="Text 86"/>
          <p:cNvSpPr/>
          <p:nvPr/>
        </p:nvSpPr>
        <p:spPr>
          <a:xfrm>
            <a:off x="10561320" y="5301691"/>
            <a:ext cx="109728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7132320" y="5537606"/>
            <a:ext cx="22860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Prediction Model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9464040" y="5596128"/>
            <a:ext cx="960120" cy="118872"/>
          </a:xfrm>
          <a:prstGeom prst="rect">
            <a:avLst>
              <a:gd name="adj" fmla="val 23077"/>
            </a:avLst>
          </a:prstGeom>
          <a:solidFill>
            <a:srgbClr val="E3E6EA"/>
          </a:solidFill>
          <a:ln/>
        </p:spPr>
      </p:sp>
      <p:sp>
        <p:nvSpPr>
          <p:cNvPr id="91" name="Shape 89"/>
          <p:cNvSpPr/>
          <p:nvPr/>
        </p:nvSpPr>
        <p:spPr>
          <a:xfrm>
            <a:off x="9464040" y="5596128"/>
            <a:ext cx="960120" cy="118872"/>
          </a:xfrm>
          <a:prstGeom prst="rect">
            <a:avLst>
              <a:gd name="adj" fmla="val 23077"/>
            </a:avLst>
          </a:prstGeom>
          <a:solidFill>
            <a:srgbClr val="1E8E3E"/>
          </a:solidFill>
          <a:ln/>
        </p:spPr>
      </p:sp>
      <p:sp>
        <p:nvSpPr>
          <p:cNvPr id="92" name="Text 90"/>
          <p:cNvSpPr/>
          <p:nvPr/>
        </p:nvSpPr>
        <p:spPr>
          <a:xfrm>
            <a:off x="10561320" y="5537606"/>
            <a:ext cx="109728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7040880" y="5773522"/>
            <a:ext cx="4663440" cy="235915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94" name="Text 92"/>
          <p:cNvSpPr/>
          <p:nvPr/>
        </p:nvSpPr>
        <p:spPr>
          <a:xfrm>
            <a:off x="7132320" y="5773522"/>
            <a:ext cx="22860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to Playwright Migration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9464040" y="5832043"/>
            <a:ext cx="960120" cy="118872"/>
          </a:xfrm>
          <a:prstGeom prst="rect">
            <a:avLst>
              <a:gd name="adj" fmla="val 23077"/>
            </a:avLst>
          </a:prstGeom>
          <a:solidFill>
            <a:srgbClr val="E3E6EA"/>
          </a:solidFill>
          <a:ln/>
        </p:spPr>
      </p:sp>
      <p:sp>
        <p:nvSpPr>
          <p:cNvPr id="96" name="Shape 94"/>
          <p:cNvSpPr/>
          <p:nvPr/>
        </p:nvSpPr>
        <p:spPr>
          <a:xfrm>
            <a:off x="9464040" y="5832043"/>
            <a:ext cx="960120" cy="118872"/>
          </a:xfrm>
          <a:prstGeom prst="rect">
            <a:avLst>
              <a:gd name="adj" fmla="val 23077"/>
            </a:avLst>
          </a:prstGeom>
          <a:solidFill>
            <a:srgbClr val="1E8E3E"/>
          </a:solidFill>
          <a:ln/>
        </p:spPr>
      </p:sp>
      <p:sp>
        <p:nvSpPr>
          <p:cNvPr id="97" name="Text 95"/>
          <p:cNvSpPr/>
          <p:nvPr/>
        </p:nvSpPr>
        <p:spPr>
          <a:xfrm>
            <a:off x="10561320" y="5773522"/>
            <a:ext cx="109728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60h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7132320" y="6009437"/>
            <a:ext cx="22860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Agent Bot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9464040" y="6067958"/>
            <a:ext cx="960120" cy="118872"/>
          </a:xfrm>
          <a:prstGeom prst="rect">
            <a:avLst>
              <a:gd name="adj" fmla="val 23077"/>
            </a:avLst>
          </a:prstGeom>
          <a:solidFill>
            <a:srgbClr val="E3E6EA"/>
          </a:solidFill>
          <a:ln/>
        </p:spPr>
      </p:sp>
      <p:sp>
        <p:nvSpPr>
          <p:cNvPr id="100" name="Shape 98"/>
          <p:cNvSpPr/>
          <p:nvPr/>
        </p:nvSpPr>
        <p:spPr>
          <a:xfrm>
            <a:off x="9464040" y="6067958"/>
            <a:ext cx="672084" cy="118872"/>
          </a:xfrm>
          <a:prstGeom prst="rect">
            <a:avLst>
              <a:gd name="adj" fmla="val 23077"/>
            </a:avLst>
          </a:prstGeom>
          <a:solidFill>
            <a:srgbClr val="D9822B"/>
          </a:solidFill>
          <a:ln/>
        </p:spPr>
      </p:sp>
      <p:sp>
        <p:nvSpPr>
          <p:cNvPr id="101" name="Text 99"/>
          <p:cNvSpPr/>
          <p:nvPr/>
        </p:nvSpPr>
        <p:spPr>
          <a:xfrm>
            <a:off x="10561320" y="6009437"/>
            <a:ext cx="109728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7040880" y="6245352"/>
            <a:ext cx="4663440" cy="235915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03" name="Text 101"/>
          <p:cNvSpPr/>
          <p:nvPr/>
        </p:nvSpPr>
        <p:spPr>
          <a:xfrm>
            <a:off x="7132320" y="6245352"/>
            <a:ext cx="22860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Test Auditor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9464040" y="6303874"/>
            <a:ext cx="960120" cy="118872"/>
          </a:xfrm>
          <a:prstGeom prst="rect">
            <a:avLst>
              <a:gd name="adj" fmla="val 23077"/>
            </a:avLst>
          </a:prstGeom>
          <a:solidFill>
            <a:srgbClr val="E3E6E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9464040" y="6303874"/>
            <a:ext cx="96012" cy="118872"/>
          </a:xfrm>
          <a:prstGeom prst="rect">
            <a:avLst>
              <a:gd name="adj" fmla="val 28571"/>
            </a:avLst>
          </a:prstGeom>
          <a:solidFill>
            <a:srgbClr val="C0392B"/>
          </a:solidFill>
          <a:ln/>
        </p:spPr>
      </p:sp>
      <p:sp>
        <p:nvSpPr>
          <p:cNvPr id="106" name="Text 104"/>
          <p:cNvSpPr/>
          <p:nvPr/>
        </p:nvSpPr>
        <p:spPr>
          <a:xfrm>
            <a:off x="10561320" y="6245352"/>
            <a:ext cx="109728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– Driving Innovation in QA Automation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2026-08-07T17:31:55Z</dcterms:created>
  <dcterms:modified xsi:type="dcterms:W3CDTF">2026-08-07T17:31:55Z</dcterms:modified>
</cp:coreProperties>
</file>